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302" r:id="rId3"/>
    <p:sldId id="305" r:id="rId4"/>
    <p:sldId id="306" r:id="rId5"/>
    <p:sldId id="307" r:id="rId6"/>
    <p:sldId id="311" r:id="rId7"/>
    <p:sldId id="308" r:id="rId8"/>
    <p:sldId id="309" r:id="rId9"/>
    <p:sldId id="293" r:id="rId10"/>
    <p:sldId id="310" r:id="rId11"/>
    <p:sldId id="312" r:id="rId12"/>
    <p:sldId id="318" r:id="rId13"/>
    <p:sldId id="319" r:id="rId14"/>
    <p:sldId id="320" r:id="rId15"/>
    <p:sldId id="327" r:id="rId16"/>
    <p:sldId id="328" r:id="rId17"/>
    <p:sldId id="329" r:id="rId18"/>
    <p:sldId id="342" r:id="rId19"/>
    <p:sldId id="343" r:id="rId20"/>
    <p:sldId id="344" r:id="rId21"/>
    <p:sldId id="345" r:id="rId22"/>
    <p:sldId id="34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0131" autoAdjust="0"/>
  </p:normalViewPr>
  <p:slideViewPr>
    <p:cSldViewPr snapToGrid="0">
      <p:cViewPr varScale="1">
        <p:scale>
          <a:sx n="49" d="100"/>
          <a:sy n="49" d="100"/>
        </p:scale>
        <p:origin x="19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E738B-2354-45EB-9E08-F6D44DAAFA1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5B0EA-A941-4E44-8395-542B2C4DA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9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71E0B-96C7-DAE8-A3B5-8DB356B2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90EA7-1AE6-F5F5-4993-359879B03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74FF9-C75B-A383-00C6-25852AB75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7C19E-D348-2ADB-C43A-3D544F56DB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67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8CF6-8949-0978-C50C-D893950C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5DBF5-CF3E-ACF6-41F5-7DBF04A2A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10B1C-391E-4B1D-A1CF-1477DB423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AF067-5595-9937-9175-102DE85B3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49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6EC6-82B8-6348-EFAA-6F768B8F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A3803-9219-9B95-002D-3B4D97620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191C1-EE05-DD2F-B66B-98DD0A7B6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65776-767E-A803-5C2D-16A622105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6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6934-FA20-C96A-5EA5-51F84E6C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8FF5C-CC16-8906-5072-BD6434371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66787-ABDD-70FA-5E82-B5E1FFC2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DA2D7-8EB9-4EA4-9918-01D11692F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42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EBCD-9E4D-3EEA-8138-3F143C8E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9FA12-DB3B-0E8B-8B9D-DA5B1713D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1624D-45C4-D5EF-A2E7-A34AF166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4781A-F365-BDC8-5FB5-B03A605C3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30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F422-BAC1-33F7-07BA-D300C0F0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34406-4020-7DD5-1DAF-20A7AEB5D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82B9D-08FF-3723-ADD2-8AB89341C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78B43-3652-5AFC-7E27-245593724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59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9233-495D-C43E-9BBE-CE82B134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36C1A-89E5-2D39-18EC-9BBE98D3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02691-6AA6-6E20-6366-2F99C31C7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CA2F2-97AE-2DAC-3EC1-2657B6BD1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1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B997-AAB0-2F0D-5D81-8A0BE1CD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4E607-DFAB-778E-C509-D9F48142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74717-1F80-53D0-658C-6DD339985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13BBF-4759-DBCC-CDFB-A8D181BCF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09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10DD-842E-74E6-1C50-A9D0648C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2D702-5BF7-D908-3831-5ED318F01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27575-9A86-7A22-5280-053E70322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2D242-1FB6-2DBB-D5BF-45FDF8434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69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E803-1F1E-3E68-45D4-18E65324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44421-D013-06FA-49D4-61E68F765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CB924-CD40-485B-4ECE-260AAEC59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5C5E-A16C-C5B7-F85D-DA65F35C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56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5F30-810F-7DAA-54AF-B8A312CF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F7B6B-A640-108E-F235-63B8A5307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2344D-DA5B-9DF6-5A94-238C9EB91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6D060-B139-CCAB-021D-1F2D321DC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00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BB29-CA24-886A-A6A9-4920BAE9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0E671-3749-BE8C-15A0-A1F0A104B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D1E59-7299-A6BF-6209-34BB3A9BE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22199-C1EC-3079-5963-B457FE278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13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D247-E890-976E-9E16-41328C2F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C32D5-D65D-B42F-2DDD-B066B98AB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4C5AC-6CEC-3AAA-5BF2-913C6F048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F13E7-5ACA-071A-EB0B-8EEE709F5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91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AD4DB-109F-F8DB-8991-EE353AC30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15F58-F912-93F3-2C33-79FE5C671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CD4E6-F39F-6BA5-02E4-00CFAE4BE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FFC7-400B-D160-D9BF-C6D961F8E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77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066E-E39F-5DEE-E0AD-394292A9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E1A21-03DB-0584-88DD-EE55352F0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09102-42F4-1E05-1D33-6C65B952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45902-F811-92FE-818D-52E346CF4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4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E803-1F1E-3E68-45D4-18E65324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44421-D013-06FA-49D4-61E68F765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CB924-CD40-485B-4ECE-260AAEC59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5C5E-A16C-C5B7-F85D-DA65F35C3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56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61FC-9B35-22EB-3644-769AC28EF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5CD26-2FA5-EB69-215C-48C07C60F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5F173-1381-C693-4D1B-FA5E2C7E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FBB8-2BC3-1FDE-2034-43E04BA81A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39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71FD-E2A3-F488-55C0-73981D2B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C58A1-CB79-7F01-BD58-C6A074C34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D6A72-9A11-F516-8AE1-A26FA9CD5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E90DB-7142-6B73-3F8D-D349A7CC0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1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5B0EA-A941-4E44-8395-542B2C4DA0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76865" y="1705232"/>
            <a:ext cx="96300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400" b="1" dirty="0">
                <a:latin typeface="Arial" panose="020B0604020202020204" pitchFamily="34" charset="0"/>
                <a:cs typeface="Arial" panose="020B0604020202020204" pitchFamily="34" charset="0"/>
              </a:rPr>
              <a:t>Działanie na </a:t>
            </a:r>
            <a:r>
              <a:rPr lang="pl-PL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frameworkach</a:t>
            </a:r>
            <a:r>
              <a:rPr lang="pl-PL" sz="4400" b="1" dirty="0">
                <a:latin typeface="Arial" panose="020B0604020202020204" pitchFamily="34" charset="0"/>
                <a:cs typeface="Arial" panose="020B0604020202020204" pitchFamily="34" charset="0"/>
              </a:rPr>
              <a:t> JavaScript </a:t>
            </a:r>
            <a:r>
              <a:rPr lang="pl-PL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bac</a:t>
            </a:r>
            <a:r>
              <a:rPr lang="pl-PL" sz="4400" b="1" dirty="0">
                <a:latin typeface="Arial" panose="020B0604020202020204" pitchFamily="34" charset="0"/>
                <a:cs typeface="Arial" panose="020B0604020202020204" pitchFamily="34" charset="0"/>
              </a:rPr>
              <a:t>-end </a:t>
            </a:r>
          </a:p>
          <a:p>
            <a:pPr algn="ctr"/>
            <a:r>
              <a:rPr lang="pl-PL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pl-PL" sz="4400" b="1" dirty="0">
                <a:latin typeface="Arial" panose="020B0604020202020204" pitchFamily="34" charset="0"/>
                <a:cs typeface="Arial" panose="020B0604020202020204" pitchFamily="34" charset="0"/>
              </a:rPr>
              <a:t> JS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Node.js 15.0.0 - Blog IT i o rekrutacji IT - TeamQuest">
            <a:extLst>
              <a:ext uri="{FF2B5EF4-FFF2-40B4-BE49-F238E27FC236}">
                <a16:creationId xmlns:a16="http://schemas.microsoft.com/office/drawing/2014/main" id="{A2AFE922-F7E1-4B98-3F85-3397A19E8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04" y="170175"/>
            <a:ext cx="2157743" cy="13156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raz 2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D46292BE-DE60-779C-4624-171E1164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4246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E267-4B34-20BF-FA50-C72EAEBA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DD096FB0-7EAC-E22D-4E48-62D295F1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210149E7-B6B3-1C08-A466-A94F46C05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7700F5-0CE4-BAB3-25C0-F399F98174CA}"/>
              </a:ext>
            </a:extLst>
          </p:cNvPr>
          <p:cNvSpPr txBox="1"/>
          <p:nvPr/>
        </p:nvSpPr>
        <p:spPr>
          <a:xfrm>
            <a:off x="856343" y="170175"/>
            <a:ext cx="1119051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anonimowy moduł, który eksportuje ciąg „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endParaRPr lang="uk-U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testu dołącz moduł do pliku index.js i wyświetl dane wyjściowe na konsoli. Moduł musi być zaimplementowany w tym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Utwórz anonimowy moduł, który akceptuje dwie liczby całkowite i zwraca większą z nich.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liczby są równe, zwraca pierwszą liczbę całkowitą.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Moduł musi być zaimplementowany w tym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Utwórz anonimowy moduł, który tworzy tablicę i zwraca maksymalną wartość z tablicy.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Ograniczenia: tablica przekazywana do modułu zawsze będzie zawierać co najmniej jeden element.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Moduł musi być zaimplementowany w tym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4. Utwórz anonimowy moduł, który pobiera ciąg znaków i zwraca go bez spacji (na końcach ciągu) i zamienia na małe litery.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Moduł powinien być zaimplementowany w tym pliku.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12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EE36-50B8-7C9A-4A77-410C8DF0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95F105E5-25BD-A816-D818-4112BAADB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E4297DC6-FE68-6462-FBCD-F7074BE1F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199F2-3D7F-B32E-2188-4B72E1BB1519}"/>
              </a:ext>
            </a:extLst>
          </p:cNvPr>
          <p:cNvSpPr txBox="1"/>
          <p:nvPr/>
        </p:nvSpPr>
        <p:spPr>
          <a:xfrm>
            <a:off x="856343" y="170175"/>
            <a:ext cx="1119051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anonimowy moduł, który pobiera ciąg znaków i zwraca losowy znak z tego ciągu.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Zaimplementuj cały kod w funkcji modułu.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6. Utwórz moduł o nazwie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preparedArray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który przyjmuje tablicę</a:t>
            </a:r>
            <a:r>
              <a:rPr lang="pl-PL" sz="2400" dirty="0"/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zwraca nową tablicę, w której wszystkie elementy są zamienione na małe litery oraz mają usunięte spacje na początku i na końcu.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7. Utwórz moduł o nazwie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isWhitespace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który przyjmuje ciąg znaków -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i sprawdza, czy wewnątrz tekstu znajduje się spacja. Zwraca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lub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Sprawdzanie dotyczy tylko spacji wewnątrz tekstu, a nie na jego początku lub końcu.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Przykład: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ciągu „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 moduł powinien zwrócić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ciągu „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b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 powinien zwrócić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78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AB83-18EB-43BF-04F5-ECFF31B0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81673466-A714-119C-D160-8BEEFBEA6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A8D83379-7771-B83B-1EBE-EE8FF2D4B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AD65A2-EE21-56B0-FBE2-D09107625821}"/>
              </a:ext>
            </a:extLst>
          </p:cNvPr>
          <p:cNvSpPr txBox="1"/>
          <p:nvPr/>
        </p:nvSpPr>
        <p:spPr>
          <a:xfrm>
            <a:off x="856343" y="170175"/>
            <a:ext cx="1119051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8.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anonimowy moduł, który pobiera tablicę liczb i ciągi znaków i zwraca tablicę zawierającą tylko liczby z oryginału.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ciąg znaków można przekonwertować na liczbę, wykonać konwersję i dodać do wyniku.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 przykład: oryginał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[3, '33', '56b']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wynik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[3, 33]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9. Utwórz anonimowy moduł, który przyjmuje ciąg znaków i zwraca ciąg „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”, jeśli oryginalny ciąg znaków to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„gif”, „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png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”, „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jpeg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lub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„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jpeg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przeciwnym razie zwróć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10. Utwórz moduł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który akceptuje ciąg znaków i weryfikuje, czy jego długość przekracza 8 znaków oraz czy znaki użyte w ciągu są unikatowe w obrębie ciągu.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Zwraca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lub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Moduł powinien najpierw usunąć spacje z końców ciągu.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24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8FB7-4CD3-73F1-051B-F01DF266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D655C2E2-67EE-CBBE-257F-F09BADECE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D025704C-50CA-71B0-71D1-00C8DD40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8C3549-0388-556F-5D18-1357C02B1714}"/>
              </a:ext>
            </a:extLst>
          </p:cNvPr>
          <p:cNvSpPr txBox="1"/>
          <p:nvPr/>
        </p:nvSpPr>
        <p:spPr>
          <a:xfrm>
            <a:off x="856343" y="170175"/>
            <a:ext cx="111905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pobiera liczbę większą lub równą 0. Zwraca następujące wartości: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pierwotna liczba 0, zwracane jest 0.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liczba mieści się w przedziale od 0 (bez uwzględnienia) do 999 (włącznie), zwracany jest ciąg „B”.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liczba mieści się w przedziale od 1000 do 999 999 (włącznie), zwracany jest ciąg „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jeśli liczba mieści się w przedziale od 1 000 000 (włącznie) lub większym, zwracany jest ciąg „MB”.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Wszystkie znaki są zawsze łacińskie.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2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A619-329A-4F3D-3938-98E123E2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8A4C8812-9A19-A6BC-6D84-D5898DAB8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9DE60847-98F1-B8E1-895B-632BC4884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F89D52-0101-1C94-E0F2-0BDE64B00DC8}"/>
              </a:ext>
            </a:extLst>
          </p:cNvPr>
          <p:cNvSpPr txBox="1"/>
          <p:nvPr/>
        </p:nvSpPr>
        <p:spPr>
          <a:xfrm>
            <a:off x="856343" y="170175"/>
            <a:ext cx="1119051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12.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plik o nazwie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file_size.js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tym folderze, który implementuje anonimowy moduł pobierający liczby większe lub równe 0.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Zwraca on następujące wartości: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- jeśli początkowa liczba wynosi 0, zwracane jest 0.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- jeśli liczba mieści się w przedziale od 0 (bez wartości) do 999 (włącznie), zwracany jest ciąg „B”.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- jeśli liczba mieści się w przedziale od 1000 do 999 999 (włącznie), zwracany jest ciąg „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kB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- jeśli liczba mieści się w przedziale od 1 000 000 (włącznie) lub większym, zwracany jest ciąg „MB”.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Wszystkie znaki są zawsze łacińskie.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musi implementować eksport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file_size.js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o nazwie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fileSize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86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957D-9428-27D4-2826-62B621D5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C4A857DC-0072-76A5-FEEC-1CD5711F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F6BDE393-02FF-A311-70CC-E97497325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861A59-E0E0-AF90-C923-CE85EBE7BEA7}"/>
              </a:ext>
            </a:extLst>
          </p:cNvPr>
          <p:cNvSpPr txBox="1"/>
          <p:nvPr/>
        </p:nvSpPr>
        <p:spPr>
          <a:xfrm>
            <a:off x="856343" y="170175"/>
            <a:ext cx="1119051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13.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pobiera dwie tablice i zwraca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jeśli tablice są równe, lub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przeciwnym razie.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Przez równość rozumiemy, że obie tablice zawierają te same elementy w tej samej kolejności. Typ danych jest brany pod uwagę podczas sprawdzania.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uproszczenia załóżmy, że wartościami mogą być tylko liczby, ciągi znaków i wartości logiczne.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14. Utwórz plik o nazwie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equal_object.js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anonimowy moduł pobiera dwa obiekty i zwraca wartość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jeśli są one równe, lub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przeciwnym razie.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Przez równość rozumiemy, że oba obiekty zawierają identyczne pary klucz-wartość. Porównanie jest ścisłe.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uproszczenia załóżmy, że wartościami mogą być tylko liczby, ciągi znaków i wartości logiczne.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powinien eksportować moduł z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equal_object.js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pod nazwą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eqObject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24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A462-296E-6F11-3EF7-42EAF61A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ode.js 15.0.0 - Blog IT i o rekrutacji IT - TeamQuest">
            <a:extLst>
              <a:ext uri="{FF2B5EF4-FFF2-40B4-BE49-F238E27FC236}">
                <a16:creationId xmlns:a16="http://schemas.microsoft.com/office/drawing/2014/main" id="{343106F5-D06A-1B13-4DD3-57647C6BD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raz 8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DDB18398-B100-A54F-EC65-6636EA7D0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B25EFD-634F-ABEE-290E-95F20FE5D2AD}"/>
              </a:ext>
            </a:extLst>
          </p:cNvPr>
          <p:cNvSpPr txBox="1"/>
          <p:nvPr/>
        </p:nvSpPr>
        <p:spPr>
          <a:xfrm>
            <a:off x="856343" y="170175"/>
            <a:ext cx="111905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Moduły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  <a:endParaRPr lang="pl-P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15.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Skopiuj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equal_object.js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 zadania 14 do folderu.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Skopiuj rozwiązanie z zadania 13 do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equal_array.js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zaimplementuj je jako moduł anonimowy.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powinien implementować eksporty modułów z plików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equal_object.js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equal_array.js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pod nazwami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eqObject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eqArray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Zaimplementuj je jako obiekt.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D42486B3-5A42-294A-4100-11F0C90FB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81C36E74-B414-BCDA-6BA7-F4D57BDC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3DF8D-31AC-97A2-82C3-F60E5C56CB29}"/>
              </a:ext>
            </a:extLst>
          </p:cNvPr>
          <p:cNvSpPr txBox="1"/>
          <p:nvPr/>
        </p:nvSpPr>
        <p:spPr>
          <a:xfrm>
            <a:off x="783771" y="75091"/>
            <a:ext cx="1112147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System plików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zwracający bezwzględny adres katalogu, w którym zostanie wywołany.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folderu i zwraca jego ścieżkę bezwzględną.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folderu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index.js.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folderu i zwraca wartość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lub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zależności od tego, czy określony folder istnieje. Nazwa folderu jest przekazywana jako ścieżka względna, względem pliku</a:t>
            </a:r>
            <a:r>
              <a:rPr lang="pl-PL" dirty="0"/>
              <a:t>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pl-PL" dirty="0"/>
              <a:t>.</a:t>
            </a:r>
            <a:endParaRPr lang="en-US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pliku i zwraca 1 lub 0 w zależności od tego, czy określony plik istnieje.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pliku i zwraca jego rozmiar. 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14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3884-E8DD-E96E-64B3-D3430798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DE918BAA-DD6F-0471-C988-5D096FC9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BB5A3C0E-EB5D-E55B-61AC-A843D5349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EC4326-B402-17C7-DE10-D743B387CC80}"/>
              </a:ext>
            </a:extLst>
          </p:cNvPr>
          <p:cNvSpPr txBox="1"/>
          <p:nvPr/>
        </p:nvSpPr>
        <p:spPr>
          <a:xfrm>
            <a:off x="783771" y="75091"/>
            <a:ext cx="1112147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System plików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pliku i zwraca jego rozmiar. Jeśli plik nie istnieje, zwraca 0.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pliku i zwraca jej rozszerzenie. Kropka przed rozszerzeniem jest dozwolona.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folderu i zwraca liczbę plików w nim zawartych.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index.js.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akceptuje nazwę folderu i zwraca tablicę nazw plików w tym folderze.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Nazwa pliku jest przekazywana jako ścieżka względna, względem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index.js.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29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A426-8F25-A800-FDDD-A1965708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00A8E4D3-B4B7-024A-AC30-A0EB7B4EA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3F1B4118-667F-F800-10D8-FF1F940DA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D6BBB-B191-9BFD-8877-2754C32BAAF4}"/>
              </a:ext>
            </a:extLst>
          </p:cNvPr>
          <p:cNvSpPr txBox="1"/>
          <p:nvPr/>
        </p:nvSpPr>
        <p:spPr>
          <a:xfrm>
            <a:off x="783771" y="75091"/>
            <a:ext cx="1112147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System plików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w pliku anonimowy moduł, który przyjmuje nazwę folderu i zwraca obiekt w postaci nazwa pliku - rozmiar.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09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FC68-9908-44DF-2466-7BF06648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67BA82DF-0A6D-57F7-C499-35739F157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1EFB685D-AA13-E7E5-09F1-9C5705C34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ECE51-AB97-85C9-256F-36517013A0EF}"/>
              </a:ext>
            </a:extLst>
          </p:cNvPr>
          <p:cNvSpPr txBox="1"/>
          <p:nvPr/>
        </p:nvSpPr>
        <p:spPr>
          <a:xfrm>
            <a:off x="783771" y="75091"/>
            <a:ext cx="1112147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1. Utwórz anonimowy moduł w pliku, który akceptuje argument - ścieżkę do pliku JSON, odczytuje wskazany plik i zwraca obiekt z tego pliku.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Nie zapomnij o walidacji plików JSON!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Utwórz anonimowy moduł w tym pliku, który akceptuje argument - ścieżkę do pliku JSON, odczytuje wskazany plik i zwraca wartość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jeśli wartość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z otrzymanego obiektu przekracza 18 lat (wartość strict), a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przeciwnym razie.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Utwórz anonimowy moduł w tym pliku, który akceptuje argument - ścieżkę do pliku JSON, odczytuje wskazany plik i zwraca tablicę pracowników składającą się z nazwisk (name).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4. Utwórz anonimowy moduł w pliku, który akceptuje argument - ścieżkę do pliku JSON, odczytuje wskazany plik i zwraca sumę wartości klucza AMOUNT.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5. Utwórz anonimowy moduł w pliku, który akceptuje argument – ​​ścieżkę do pliku JSON – i zwraca sumę jego elementów.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6. Utwórz anonimowy moduł w pliku, który zwraca liczbę plików JSON w folderze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f_05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Uwaga – folder może zawierać pliki w innym formacie i inne foldery</a:t>
            </a:r>
          </a:p>
        </p:txBody>
      </p:sp>
    </p:spTree>
    <p:extLst>
      <p:ext uri="{BB962C8B-B14F-4D97-AF65-F5344CB8AC3E}">
        <p14:creationId xmlns:p14="http://schemas.microsoft.com/office/powerpoint/2010/main" val="73986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DC54-9D32-E572-514D-6A762059E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41E57678-D79A-FB86-9A20-E3BDE87A0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B51D1AEE-25E3-C73C-597D-5F9B97A6E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8DA359-8029-84F7-8ABE-37874780BD72}"/>
              </a:ext>
            </a:extLst>
          </p:cNvPr>
          <p:cNvSpPr txBox="1"/>
          <p:nvPr/>
        </p:nvSpPr>
        <p:spPr>
          <a:xfrm>
            <a:off x="783771" y="75091"/>
            <a:ext cx="1112147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7. Utwórz anonimowy moduł w pliku, który po uruchomieniu utworzy kopię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01.json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folderze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f_05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Nazwa pliku to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07.json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Uwaga! We wszystkich zadaniach, w których tworzone są pliki json, zakłada się kodowanie UTF-8, a flaga to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Folder roboczy to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f_05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8. Utwórz anonimowy moduł w tym pliku, który po uruchomieniu 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01.json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i zapisze z niego dane do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08.json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bez użycia klucza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„os”.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9. Utwórz anonimowy moduł w pliku, który przyjmuje obiekt jako argument i zapisuje go do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09.json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Sprawdź plik po utworzeniu.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10. Utwórz anonimowy moduł w podanym pliku, który przyjmuje tablicę, wybiera z niej liczby i zapisuje je jako tablicę do pliku JSON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10.json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407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D42486B3-5A42-294A-4100-11F0C90FB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81C36E74-B414-BCDA-6BA7-F4D57BDC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3DF8D-31AC-97A2-82C3-F60E5C56CB29}"/>
              </a:ext>
            </a:extLst>
          </p:cNvPr>
          <p:cNvSpPr txBox="1"/>
          <p:nvPr/>
        </p:nvSpPr>
        <p:spPr>
          <a:xfrm>
            <a:off x="783771" y="75091"/>
            <a:ext cx="11121476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CSV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1. Dowiedz się, jak działa moduł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jest on napisany jako uniwersalne narzędzie do odczytu plików CSV.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zapoznaniu się z nim zakomentuj wywołanie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t02</a:t>
            </a:r>
            <a:r>
              <a:rPr lang="pl-PL" sz="2400" dirty="0"/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(nie strzałkowu), która używa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/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do odczytu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f_06/v_02.csv</a:t>
            </a:r>
            <a:r>
              <a:rPr lang="pl-PL" sz="2400" dirty="0"/>
              <a:t>,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wyprowadza go na konsolę i zwraca informacje z pliku w postaci tablicy obiektów.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Zapisz ścieżkę i opcje wewnątrz funkcji.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zakomentuj wywołanie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t03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strzałkowa), która odczytuje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f_06/v_03.csv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wyprowadza go na konsolę i zwraca informacje z pliku w postaci tablicy obiektów.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Zapisz ścieżkę i opcje wewnątrz funkcji.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zakomentuj wywołanie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t04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strzałkowa), która odczytuje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f_06/v_04.csv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wyświetla go na konsoli i zwraca informacje z pliku w postaci jednowymiarowej tablicy kolorów. Zapisz ścieżkę i opcje wewnątrz funkcji. Po sprawdzeniu - skomentuj wywołanie funkcji.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756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52EF-2944-4A6C-681C-4AD33178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1FB85611-2340-0A86-134A-0BA40B98E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E25C193C-16E8-1622-803E-997476470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FEB7B-8FB5-1B23-73DA-A70CF824A8BF}"/>
              </a:ext>
            </a:extLst>
          </p:cNvPr>
          <p:cNvSpPr txBox="1"/>
          <p:nvPr/>
        </p:nvSpPr>
        <p:spPr>
          <a:xfrm>
            <a:off x="783771" y="75091"/>
            <a:ext cx="11121476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CSV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5.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t05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f_06/v_05.csv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informacje z pliku w postaci jednowymiarowej tablicy nagłówków.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działania programu zakomentuj wywołanie funkcji</a:t>
            </a:r>
            <a:r>
              <a:rPr lang="pl-PL" sz="2400" dirty="0"/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6.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t06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f_06/v_06.csv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informacje z pliku w postaci tablicy obiektów.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Zwróć uwagę, że plik zawiera puste wiersze. Wynikowa tablica nie powinna zawierać pustych elementów.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 Edycja pliku jest zabroniona. Po sprawdzeniu działania programu zakomentuj wywołanie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7.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t07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f_06/v_07.csv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sumę wszystkich liczb znajdujących się w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działania programu zakomentuj wywołanie funkcji.</a:t>
            </a:r>
          </a:p>
        </p:txBody>
      </p:sp>
    </p:spTree>
    <p:extLst>
      <p:ext uri="{BB962C8B-B14F-4D97-AF65-F5344CB8AC3E}">
        <p14:creationId xmlns:p14="http://schemas.microsoft.com/office/powerpoint/2010/main" val="331604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E09A-0CE9-E40D-275E-63A8FF26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2CBEBBFC-AA2D-7E3E-BC12-61FBACB68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E034EC37-06E4-6A41-73F2-61536EA39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8E647B-819C-9F29-8B41-9B14219C50D8}"/>
              </a:ext>
            </a:extLst>
          </p:cNvPr>
          <p:cNvSpPr txBox="1"/>
          <p:nvPr/>
        </p:nvSpPr>
        <p:spPr>
          <a:xfrm>
            <a:off x="783771" y="75091"/>
            <a:ext cx="11121476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CSV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8.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t08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f_06/v_08.csv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tablicę obiektów reprezentujących rekordy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wynikowej tablicy nie powinny znajdować się obiekty z pustym adresem e-mail.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 Edycja pliku jest zabroniona.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działania programu zakomentuj wywołanie funkcji.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9.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t09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f_06/v_09.csv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tablicę obiektów reprezentujących rekordy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Usuń zbędne spacje z danych w obiektach wynikowych.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 Edycja pliku jest zabroniona.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działania programu zakomentuj wywołanie funkcji.</a:t>
            </a:r>
          </a:p>
          <a:p>
            <a:b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3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9229-C115-A280-E7A9-9FAFC205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582191FC-B410-CD39-E31A-784F24360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F8252752-DE93-95D4-40DF-90E31905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444653-0EA7-1721-3A26-5E5F3EC4742C}"/>
              </a:ext>
            </a:extLst>
          </p:cNvPr>
          <p:cNvSpPr txBox="1"/>
          <p:nvPr/>
        </p:nvSpPr>
        <p:spPr>
          <a:xfrm>
            <a:off x="783771" y="75091"/>
            <a:ext cx="1112147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CSV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10. Napisz funkcję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t10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(nie używaj funkcji strzałkowej), która za pomocą modułu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getCSV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odczyta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f_06/v_10.csv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wyświetli jego zawartość w konsoli oraz zwróci tablicę obiektów reprezentujących rekordy pliku.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Zwróć uwagę, że na końcu wierszy z danymi znajduje się kropka (oznaczająca koniec zdania). Kropka ta powinna zostać zachowana w obiektach wynikowych.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Ścieżkę do pliku oraz opcje zapisz wewnątrz funkcji. Edycja pliku jest zabroniona.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Po sprawdzeniu działania programu zakomentuj wywołanie funkcji.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02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E708-FE8F-37F8-F0EB-F674F2AB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552C54D9-8F9C-3417-1076-89E51480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6DEC846A-281C-89C7-FE64-C07EE7D33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A5FE1-C607-C123-8606-B660E27BAB3B}"/>
              </a:ext>
            </a:extLst>
          </p:cNvPr>
          <p:cNvSpPr txBox="1"/>
          <p:nvPr/>
        </p:nvSpPr>
        <p:spPr>
          <a:xfrm>
            <a:off x="783771" y="75091"/>
            <a:ext cx="1112147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Serwer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1. Pobierz szablon zadania.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Zapoznaj się ze strukturą plików i katalogów. Szablon przygotował wypełnienie folderów projektu: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/public/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zawiera pliki CSS projektu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/public/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fonts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zawiera pliki czcionek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/public/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zawiera strony HTML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/public/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zawiera obrazy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/public/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– zawiera pliki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Folder publiczny nie zmienia się w trakcie projektu!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2. Utwórz folder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utility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w katalogu głównym projektu. Utwórz plik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katalogu głównym projektu. Folder i plik są puste.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3. W folderze „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” utwórz dwa pliki: mime.js i static_file.js.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58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FC68-9908-44DF-2466-7BF06648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67BA82DF-0A6D-57F7-C499-35739F157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1EFB685D-AA13-E7E5-09F1-9C5705C34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EECE51-AB97-85C9-256F-36517013A0EF}"/>
              </a:ext>
            </a:extLst>
          </p:cNvPr>
          <p:cNvSpPr txBox="1"/>
          <p:nvPr/>
        </p:nvSpPr>
        <p:spPr>
          <a:xfrm>
            <a:off x="783771" y="75091"/>
            <a:ext cx="111214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Serwer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4. W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mime.js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moduł o nazwie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który zawiera obiekt rozszerzeń i typów MIME.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Dodaj dodatkowe wiersze do obiektu: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'.woff2': '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/font-woff2',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'.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'image/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vnd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Te rozszerzenia umożliwiają poprawną pracę z czcionkami i ikonami w formacie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5. W pliku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utility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static_file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utwórz moduł o nazwie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staticFile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który zawiera funkcję anonimową.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Aby ten moduł działał, należy podłączyć moduł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Należy również podłączyć moduł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Oznacza to, że należy umieścić go na początku pliku: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mimeTypes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=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('./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01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22CE3-284A-3B28-4F18-4470EA8A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12EB6FEA-E07E-36C9-53C6-A45110A29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A04C5AF0-DE6A-A759-C47B-9BC375859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B169A7-4C3A-6624-F238-B76A03141B00}"/>
              </a:ext>
            </a:extLst>
          </p:cNvPr>
          <p:cNvSpPr txBox="1"/>
          <p:nvPr/>
        </p:nvSpPr>
        <p:spPr>
          <a:xfrm>
            <a:off x="783771" y="75091"/>
            <a:ext cx="1112147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Serwer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6. W pliku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index.js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zapisz import modułów: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mimeTypes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staticFile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7. Utwórz stałą PORT = 3500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8. Napisz kod, aby utworzyć serwer nasłuchujący na porcie PORT. 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Napisz funkcję anonimową (nie strzałkową) z argumentami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 res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jako handlerem.</a:t>
            </a:r>
          </a:p>
          <a:p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9. Na serwerze pobierz z żądania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, gdzie znajduje się żądany adres. Napisz router, który po wpisaniu adresu URL w formacie: „/” uruchamia funkcję </a:t>
            </a:r>
            <a:r>
              <a:rPr lang="pl-PL" sz="2400" dirty="0" err="1">
                <a:latin typeface="Arial" panose="020B0604020202020204" pitchFamily="34" charset="0"/>
                <a:cs typeface="Arial" panose="020B0604020202020204" pitchFamily="34" charset="0"/>
              </a:rPr>
              <a:t>staticFile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z argumentami:</a:t>
            </a:r>
          </a:p>
          <a:p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(res, '/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/main_page.html', '.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1615508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17A0-B03B-DAC6-4A6B-CD7E1DAE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79384516-3894-41AE-CDDB-8A282BAC6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DB89DC0B-C98C-4BB2-3880-12A53BA70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691DE-9848-FD42-2194-86001BE42006}"/>
              </a:ext>
            </a:extLst>
          </p:cNvPr>
          <p:cNvSpPr txBox="1"/>
          <p:nvPr/>
        </p:nvSpPr>
        <p:spPr>
          <a:xfrm>
            <a:off x="783771" y="75091"/>
            <a:ext cx="111214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Zadania.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Serwer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NODE.JS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10. Dodaj do routingu element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pl-P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 który odbiera rozszerzenie (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extname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) żądanego pliku w adresie 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URL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zapisuje je małymi literami w ciągu znaków.</a:t>
            </a:r>
          </a:p>
          <a:p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Następnie sprawdza obecność tego rozszerzenia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extname</a:t>
            </a:r>
            <a:r>
              <a:rPr lang="pl-PL" b="1" dirty="0"/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w obiekcie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MIMETypes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. Jeśli takie rozszerzenie jest obecne, uruchamia funkcję </a:t>
            </a:r>
            <a:r>
              <a:rPr lang="pl-PL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staticFile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dla pliku. Jeśli nie, ustawia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statusCode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404</a:t>
            </a:r>
            <a:r>
              <a:rPr lang="pl-PL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i kończy żądanie</a:t>
            </a:r>
            <a:r>
              <a:rPr lang="pl-PL" sz="2400" dirty="0"/>
              <a:t>.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29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ode.js 15.0.0 - Blog IT i o rekrutacji IT - TeamQuest">
            <a:extLst>
              <a:ext uri="{FF2B5EF4-FFF2-40B4-BE49-F238E27FC236}">
                <a16:creationId xmlns:a16="http://schemas.microsoft.com/office/drawing/2014/main" id="{D42486B3-5A42-294A-4100-11F0C90FB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255" y="170175"/>
            <a:ext cx="1231992" cy="7512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az 4" descr="Obraz zawierający tekst, Czcionka, zrzut ekranu, logo&#10;&#10;Zawartość wygenerowana przez AI może być niepoprawna.">
            <a:extLst>
              <a:ext uri="{FF2B5EF4-FFF2-40B4-BE49-F238E27FC236}">
                <a16:creationId xmlns:a16="http://schemas.microsoft.com/office/drawing/2014/main" id="{81C36E74-B414-BCDA-6BA7-F4D57BDC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495" y="6284495"/>
            <a:ext cx="573505" cy="5735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3DF8D-31AC-97A2-82C3-F60E5C56CB29}"/>
              </a:ext>
            </a:extLst>
          </p:cNvPr>
          <p:cNvSpPr txBox="1"/>
          <p:nvPr/>
        </p:nvSpPr>
        <p:spPr>
          <a:xfrm>
            <a:off x="783771" y="75091"/>
            <a:ext cx="111214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latin typeface="Arial" panose="020B0604020202020204" pitchFamily="34" charset="0"/>
                <a:cs typeface="Arial" panose="020B0604020202020204" pitchFamily="34" charset="0"/>
              </a:rPr>
              <a:t>Zadanie. Wdrażanie aplikacji NODE.JS na hostingu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Stwórz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stronę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internetową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panelem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administracyjnym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umożliwiającym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logowanie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użytkownika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pomocą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nazwy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użytkownika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loginu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hasła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Aplikacja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powinna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zostać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wykonana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technologii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Node.js.</a:t>
            </a:r>
            <a:endParaRPr lang="pl-PL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4311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30568</TotalTime>
  <Words>2729</Words>
  <Application>Microsoft Office PowerPoint</Application>
  <PresentationFormat>Panoramiczny</PresentationFormat>
  <Paragraphs>192</Paragraphs>
  <Slides>22</Slides>
  <Notes>21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Franklin Gothic Book</vt:lpstr>
      <vt:lpstr>Crop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Olesia</dc:creator>
  <cp:lastModifiedBy>Olesia Nawrocka</cp:lastModifiedBy>
  <cp:revision>170</cp:revision>
  <dcterms:created xsi:type="dcterms:W3CDTF">2022-03-02T13:06:55Z</dcterms:created>
  <dcterms:modified xsi:type="dcterms:W3CDTF">2026-06-21T13:48:30Z</dcterms:modified>
</cp:coreProperties>
</file>